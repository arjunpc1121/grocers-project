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0b4c9c2ce14fd3" /><Relationship Type="http://schemas.openxmlformats.org/officeDocument/2006/relationships/extended-properties" Target="/docProps/app.xml" Id="R8e45a41a838141a8" /><Relationship Type="http://schemas.openxmlformats.org/officeDocument/2006/relationships/officeDocument" Target="/ppt/presentation.xml" Id="Rf87c20199b594f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e26daa0eab4f1e"/>
  </p:sldMasterIdLst>
  <p:notesMasterIdLst>
    <p:notesMasterId xmlns:r="http://schemas.openxmlformats.org/officeDocument/2006/relationships" r:id="R16a667806aa74674"/>
  </p:notesMasterIdLst>
  <p:sldIdLst>
    <p:sldId xmlns:r="http://schemas.openxmlformats.org/officeDocument/2006/relationships" id="256" r:id="R48601ee5fa984077"/>
    <p:sldId xmlns:r="http://schemas.openxmlformats.org/officeDocument/2006/relationships" id="257" r:id="R9cdcc1052d74440c"/>
    <p:sldId xmlns:r="http://schemas.openxmlformats.org/officeDocument/2006/relationships" id="258" r:id="R590a9677558f4ce9"/>
    <p:sldId xmlns:r="http://schemas.openxmlformats.org/officeDocument/2006/relationships" id="259" r:id="R2de5437b27854125"/>
    <p:sldId xmlns:r="http://schemas.openxmlformats.org/officeDocument/2006/relationships" id="260" r:id="R1397927d23f9466b"/>
    <p:sldId xmlns:r="http://schemas.openxmlformats.org/officeDocument/2006/relationships" id="261" r:id="R4bf3d97c6b344e94"/>
    <p:sldId xmlns:r="http://schemas.openxmlformats.org/officeDocument/2006/relationships" id="262" r:id="R56f65a0540634b1f"/>
    <p:sldId xmlns:r="http://schemas.openxmlformats.org/officeDocument/2006/relationships" id="263" r:id="Rdaeb2a34c7304ac6"/>
    <p:sldId xmlns:r="http://schemas.openxmlformats.org/officeDocument/2006/relationships" id="264" r:id="Rfd0da8b4467f4df6"/>
    <p:sldId xmlns:r="http://schemas.openxmlformats.org/officeDocument/2006/relationships" id="265" r:id="R3c080a3eec774eb2"/>
    <p:sldId xmlns:r="http://schemas.openxmlformats.org/officeDocument/2006/relationships" id="266" r:id="R8990f4af863c4ba3"/>
    <p:sldId xmlns:r="http://schemas.openxmlformats.org/officeDocument/2006/relationships" id="267" r:id="Rc9735e91461b4c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881dba02524547" /><Relationship Type="http://schemas.openxmlformats.org/officeDocument/2006/relationships/slideMaster" Target="/ppt/slideMasters/slideMaster1.xml" Id="R30e26daa0eab4f1e" /><Relationship Type="http://schemas.openxmlformats.org/officeDocument/2006/relationships/notesMaster" Target="/ppt/notesMasters/notesMaster1.xml" Id="R16a667806aa74674" /><Relationship Type="http://schemas.openxmlformats.org/officeDocument/2006/relationships/presProps" Target="/ppt/presProps.xml" Id="R6ae8e9480f0b407a" /><Relationship Type="http://schemas.openxmlformats.org/officeDocument/2006/relationships/tableStyles" Target="/ppt/tableStyles.xml" Id="Rdd4844f21dd54930" /><Relationship Type="http://schemas.openxmlformats.org/officeDocument/2006/relationships/slide" Target="/ppt/slides/slide1.xml" Id="R48601ee5fa984077" /><Relationship Type="http://schemas.openxmlformats.org/officeDocument/2006/relationships/slide" Target="/ppt/slides/slide2.xml" Id="R9cdcc1052d74440c" /><Relationship Type="http://schemas.openxmlformats.org/officeDocument/2006/relationships/slide" Target="/ppt/slides/slide3.xml" Id="R590a9677558f4ce9" /><Relationship Type="http://schemas.openxmlformats.org/officeDocument/2006/relationships/slide" Target="/ppt/slides/slide4.xml" Id="R2de5437b27854125" /><Relationship Type="http://schemas.openxmlformats.org/officeDocument/2006/relationships/slide" Target="/ppt/slides/slide5.xml" Id="R1397927d23f9466b" /><Relationship Type="http://schemas.openxmlformats.org/officeDocument/2006/relationships/slide" Target="/ppt/slides/slide6.xml" Id="R4bf3d97c6b344e94" /><Relationship Type="http://schemas.openxmlformats.org/officeDocument/2006/relationships/slide" Target="/ppt/slides/slide7.xml" Id="R56f65a0540634b1f" /><Relationship Type="http://schemas.openxmlformats.org/officeDocument/2006/relationships/slide" Target="/ppt/slides/slide8.xml" Id="Rdaeb2a34c7304ac6" /><Relationship Type="http://schemas.openxmlformats.org/officeDocument/2006/relationships/slide" Target="/ppt/slides/slide9.xml" Id="Rfd0da8b4467f4df6" /><Relationship Type="http://schemas.openxmlformats.org/officeDocument/2006/relationships/slide" Target="/ppt/slides/slide10.xml" Id="R3c080a3eec774eb2" /><Relationship Type="http://schemas.openxmlformats.org/officeDocument/2006/relationships/slide" Target="/ppt/slides/slide11.xml" Id="R8990f4af863c4ba3" /><Relationship Type="http://schemas.openxmlformats.org/officeDocument/2006/relationships/slide" Target="/ppt/slides/slide12.xml" Id="Rc9735e91461b4c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2a1315982b48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662346595f4400f" /><Relationship Type="http://schemas.openxmlformats.org/officeDocument/2006/relationships/notesMaster" Target="/ppt/notesMasters/notesMaster1.xml" Id="R062d273882654e7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f7913691284218" /><Relationship Type="http://schemas.openxmlformats.org/officeDocument/2006/relationships/notesMaster" Target="/ppt/notesMasters/notesMaster1.xml" Id="R3ead49c6ff1841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9fe74c3584475d" /><Relationship Type="http://schemas.openxmlformats.org/officeDocument/2006/relationships/notesMaster" Target="/ppt/notesMasters/notesMaster1.xml" Id="R3a2ca80bd78749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4e083c9d0f4574" /><Relationship Type="http://schemas.openxmlformats.org/officeDocument/2006/relationships/notesMaster" Target="/ppt/notesMasters/notesMaster1.xml" Id="R6b70eb7db7b745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f7fb0d6e644c3d" /><Relationship Type="http://schemas.openxmlformats.org/officeDocument/2006/relationships/notesMaster" Target="/ppt/notesMasters/notesMaster1.xml" Id="Rf7e9999454ea47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7e4eefab004f1d" /><Relationship Type="http://schemas.openxmlformats.org/officeDocument/2006/relationships/notesMaster" Target="/ppt/notesMasters/notesMaster1.xml" Id="Rb85ce3f93a9849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084da8f35a4564" /><Relationship Type="http://schemas.openxmlformats.org/officeDocument/2006/relationships/notesMaster" Target="/ppt/notesMasters/notesMaster1.xml" Id="R67c3f69dac9d40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0d7004ad9641a3" /><Relationship Type="http://schemas.openxmlformats.org/officeDocument/2006/relationships/notesMaster" Target="/ppt/notesMasters/notesMaster1.xml" Id="R27a2646bcc9d4e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4424eec8c6408a" /><Relationship Type="http://schemas.openxmlformats.org/officeDocument/2006/relationships/notesMaster" Target="/ppt/notesMasters/notesMaster1.xml" Id="Rc2add8049f1244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4f4283d66f4a1f" /><Relationship Type="http://schemas.openxmlformats.org/officeDocument/2006/relationships/notesMaster" Target="/ppt/notesMasters/notesMaster1.xml" Id="R6afc800d6c5844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309e072b360430f" /><Relationship Type="http://schemas.openxmlformats.org/officeDocument/2006/relationships/notesMaster" Target="/ppt/notesMasters/notesMaster1.xml" Id="R5425fa2e30b249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9aa4a3435048e6" /><Relationship Type="http://schemas.openxmlformats.org/officeDocument/2006/relationships/notesMaster" Target="/ppt/notesMasters/notesMaster1.xml" Id="R7f945dce36464b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 1 and page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pages 3-8.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pages 5-7.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pages 3-4.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pages 7-8.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 1. Architecture is a proposed implementation based on the stated technology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pages 3-8.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Project-Grocers.pdf, pages 1 and 8. Delivery sequence is a proposed presentation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763bb77ef44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ddbc44110c4592" /><Relationship Type="http://schemas.openxmlformats.org/officeDocument/2006/relationships/slideLayout" Target="/ppt/slideLayouts/slideLayout1.xml" Id="R82d4dafaee1c45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d4dafaee1c45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765d048954a79" /><Relationship Type="http://schemas.openxmlformats.org/officeDocument/2006/relationships/notesSlide" Target="/ppt/notesSlides/notesSlide1.xml" Id="Rebce4f2a07d542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8b83024040485c" /><Relationship Type="http://schemas.openxmlformats.org/officeDocument/2006/relationships/notesSlide" Target="/ppt/notesSlides/notesSlide2.xml" Id="R5757b819506849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f1ee0c80643b4" /><Relationship Type="http://schemas.openxmlformats.org/officeDocument/2006/relationships/notesSlide" Target="/ppt/notesSlides/notesSlide3.xml" Id="R961c0c6fea7c4e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57f1ea660b4314" /><Relationship Type="http://schemas.openxmlformats.org/officeDocument/2006/relationships/notesSlide" Target="/ppt/notesSlides/notesSlide4.xml" Id="R9658a3f59efe42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92a0836394cda" /><Relationship Type="http://schemas.openxmlformats.org/officeDocument/2006/relationships/notesSlide" Target="/ppt/notesSlides/notesSlide5.xml" Id="Rc13c393d43cf49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574c2b652c48f5" /><Relationship Type="http://schemas.openxmlformats.org/officeDocument/2006/relationships/notesSlide" Target="/ppt/notesSlides/notesSlide6.xml" Id="Rc658605d0bf64e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2f3473d2054da4" /><Relationship Type="http://schemas.openxmlformats.org/officeDocument/2006/relationships/notesSlide" Target="/ppt/notesSlides/notesSlide7.xml" Id="R9d33cd28744f4e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bd107b9d44f45" /><Relationship Type="http://schemas.openxmlformats.org/officeDocument/2006/relationships/notesSlide" Target="/ppt/notesSlides/notesSlide8.xml" Id="Rd6290d64ceff484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8fd61e7574051" /><Relationship Type="http://schemas.openxmlformats.org/officeDocument/2006/relationships/notesSlide" Target="/ppt/notesSlides/notesSlide9.xml" Id="R55845836990a49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08739c4d84466" /><Relationship Type="http://schemas.openxmlformats.org/officeDocument/2006/relationships/notesSlide" Target="/ppt/notesSlides/notesSlide10.xml" Id="Ra2bc838ede8040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01f27846c4767" /><Relationship Type="http://schemas.openxmlformats.org/officeDocument/2006/relationships/notesSlide" Target="/ppt/notesSlides/notesSlide11.xml" Id="Rb345be9511f14e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41bed6a10492e" /><Relationship Type="http://schemas.openxmlformats.org/officeDocument/2006/relationships/notesSlide" Target="/ppt/notesSlides/notesSlide12.xml" Id="Ra97ca7fb345344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B10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3003D-E680-4E88-A528-7A0A9FB6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101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34D749-0445-46F4-897F-E5D657EC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8001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4A462-F4A3-425F-B709-537AB31E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17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D3241-010F-4B6D-94C1-D666250A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DDD7"/>
                </a:solidFill>
                <a:latin typeface="Arial"/>
                <a:ea typeface="Arial"/>
                <a:cs typeface="Arial"/>
              </a:rPr>
              <a:t>A web application for grocery shopping, inventory control, and order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851A6-7C7A-4388-B508-2E17C96A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E4552-DD78-4C4B-AD24-A6668C33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2DDD7"/>
                </a:solidFill>
                <a:latin typeface="Arial"/>
                <a:ea typeface="Arial"/>
                <a:cs typeface="Arial"/>
              </a:rPr>
              <a:t>Team 1  |  September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894625-DD61-4E7F-8A41-606D382C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028700"/>
            <a:ext cx="3333750" cy="3333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F3DE3-DB01-4D1D-A3CA-E12EE73A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24000"/>
            <a:ext cx="2343150" cy="2343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A29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961FA-EA87-48FB-8672-E34B6E02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457450"/>
            <a:ext cx="2209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B10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B1012"/>
                </a:solidFill>
                <a:latin typeface="Arial"/>
                <a:ea typeface="Arial"/>
                <a:cs typeface="Arial"/>
              </a:rPr>
              <a:t>GROCERS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EA2A28-F771-4E0B-B3BA-A13BF53C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342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22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Fresh orders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 operations</a:t>
            </a:r>
          </a:p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Reliable fulfillment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E97C4-3621-45F2-8365-868769D3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2857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6667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2DDD7"/>
                </a:solidFill>
                <a:latin typeface="Arial"/>
                <a:ea typeface="Arial"/>
                <a:cs typeface="Arial"/>
              </a:rPr>
              <a:t>Source: Project-Grocers.pdf</a:t>
            </a:r>
          </a:p>
        </p:txBody>
      </p:sp>
    </p:spTree>
    <p:extLst>
      <p:ext uri="{BB962C8B-B14F-4D97-AF65-F5344CB8AC3E}">
        <p14:creationId xmlns:p14="http://schemas.microsoft.com/office/powerpoint/2010/main" val="3271957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CA377-FBFC-4AB2-93D1-BF91A8F8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B2BD9-7675-4C5C-BEB7-125EEFCE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5DE8E-7A3B-4BE5-8B26-80930678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F6F24-21AA-48AE-87CB-E57AF013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021F3-EE93-418E-B059-C3218C38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572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056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Create a dynamic online grocery platform that supports purchasing, administration, and inventory operations.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13A7D-0C37-4280-9DDE-440AEC46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76400"/>
            <a:ext cx="4572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12EBC-DE80-4228-B3CD-FEF4FE66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00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Core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FCAB0-8254-4B77-B1EC-83C46E57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86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E1AC3-4AE3-4EC8-A63A-A36553C5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03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REST APIs with a modern web frontend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3C8AF-1BEF-49A7-820E-75A16011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43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4397EF-65A7-42EC-BC28-ACCD7585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575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Admin, User, and Employee portals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3951E-D605-467D-B57C-30ABAD18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FD9187-1B08-4FA9-A8E1-D2B8C603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147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50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Database-backed products, accounts, orders, and requests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4A6B0-18A9-4930-95FD-BAF7969C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57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DD3B81-0C6D-4B0A-A976-0C48AA1E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71900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Single-page experience after sign-in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D3E38-F0CC-4ACA-94E7-A6F9886B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Suggested technology stack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A2F41-45BC-4262-B3DB-FF3146B6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Spring Boot or JAX-RS  /  React.js or Angular  /  Node.js  /  Database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369C5-5025-4CDC-B44E-70B0D914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CE1AB-BA47-49DF-9152-6958375F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08174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386290-989A-445E-B766-1AB96A78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27427-58DD-4B6A-ABDE-4F3FF610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Platform Roles and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21654-2DBF-4424-A665-0FA2FACF3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C49F2-82E8-4F0B-9D05-D3E614974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101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0A5CBE-1A8B-4503-BF67-3D7C393F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02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27911-8EE1-4D07-9BF8-54746555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1512A-0BC9-472E-9CBE-8CB030E3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76575"/>
            <a:ext cx="234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2DDD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2DDD7"/>
                </a:solidFill>
                <a:latin typeface="Arial"/>
                <a:ea typeface="Arial"/>
                <a:cs typeface="Arial"/>
              </a:rPr>
              <a:t>Catalog, employees, requests,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F3F2E-1383-434D-86C6-F362CC98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478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91551-AE83-4820-B786-53929B18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02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C0CEA-4929-415F-8639-DA99E1DB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24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9284FB-F531-475D-80A5-0B5C1156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76575"/>
            <a:ext cx="234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Browse, cart, checkout, orders, funds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0DAFDE-FA1D-4723-A6D1-80FBD905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4785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D302EF-D274-4EF8-AE12-F5F4BA8F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002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EMPLOYEE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398C8E-688F-4FDA-BD13-80112055C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241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30E79-BA26-41F3-9057-745EA49E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76575"/>
            <a:ext cx="2343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Inventory requests, order updates, unlocks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00B5BE-F916-4EDD-A1CA-6EED79F7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The application routes each authenticated user to a role-specific dashboard.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67929-A6ED-42DB-A683-8B093469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33854F-0F2C-410F-BA8E-65653B30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806766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5055CE-1780-40A7-BE44-CFBFE23F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375AC-CC14-45B7-9B1E-88E51499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User Shopping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478121-3E3C-45FB-8182-07B3BC3C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44051-EF99-462F-9387-A59498F8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EBC3B-AF93-48C6-8978-D1BC7ADE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207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B3ED3-9628-4CF2-BD21-0CD91D7C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Register and sign 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629B9-0054-4A4C-AF61-A7804C7C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847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3D4F1A-7A52-4AE8-8062-0278B808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457450"/>
            <a:ext cx="207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3ABA6-6BC9-466C-8322-4AB63883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05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Browse and manage cart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DF982-DAAD-4380-9635-7D676D3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47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AE223-62ED-4A2F-93C3-54B85EDB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207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89E8F5-6698-4C9F-902F-83CD408F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05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Add funds and checkout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31103-B982-4E2C-ADA4-DC90C14B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47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0C700-DFDD-4CD0-ABAC-BFA010F6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57450"/>
            <a:ext cx="207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E76EA5-EFC1-4655-B597-DD9ECB72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0510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Track order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1500DC-06C8-458C-B1FB-B443AF2B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990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2F5163-53D5-4DF5-984F-343DC5F6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Key controls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525C5-07DE-49E1-9C08-0974A6E6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40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Lock accounts after three unsuccessful sign-in attempts. Customers can raise a ticket for an employee to review and unlock the account.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C7F55-83D9-4050-8481-5BB9C75C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36A09-2911-43D3-8FB4-0D62C934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96550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991AD7-E2E4-4B84-A0C7-4E68CB7B5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F0D3D-866C-4748-9F06-0639A31D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Admin Portal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EA821-CB73-47C1-A521-328CE92D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D1207-8377-41B6-9352-C88B54020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4191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101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DA407-6F40-452C-ADFA-72A52E68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76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Control center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A14D8-B430-4555-95E5-7C19B03D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05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892595-6CC8-4E0C-B1A7-AAB794BA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193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Add, update, and delete products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C21A4-F7CC-4B2A-BFAE-7081905C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8FB78-A2AF-4A2D-8E9A-436C1EF5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765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Manage employee accounts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8E86A-E76D-4C63-BC8B-5F9032CF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19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4D921-A113-45F2-95EE-CA5B1544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337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Review inventory requests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D98D05-C0E7-4805-930D-DE97E58B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2D70B-43EC-46CA-A623-3AFE1800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909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Generate order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628059-1B15-4E37-8A73-D654310E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04975"/>
            <a:ext cx="4953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2DE97-6C49-4AE4-AC22-5E4D3E8C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0764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Reporting options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19B9F-5857-4982-BF4A-44B611FB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05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10BAF-9A8F-4E04-9D84-D8DB7804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193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Daily, weekly, and monthly reports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BBB1BB-9468-4AE4-ABCB-2A12D924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6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01D237-D616-4817-ABDA-6A582517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765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Product-specific report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C89D6-581F-4BA1-BEF9-B395509C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19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706098-FE1A-476D-98C8-131D73E4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337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Customer-specific report 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91F9EE-0327-4B5E-8128-DCD5C1AF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76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A0CDD6-1EE4-4682-83CE-1BF643A8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909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Secure admin sign-in and logout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E5655-A555-4355-8642-5824A567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E430D7-37AD-4BF1-AE75-99FE7FE75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606411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3DE69-BCE2-4673-8653-28AE26CE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9B771-7BB3-42F9-9DA6-86162F04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Employee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10145-B9FA-4A90-B126-7EBC8BE6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052E88-0CFC-4CA2-B07C-EA0E7D12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Employees keep inventory and fulfillment moving after secure sign-in and first-login password change.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B5C29-DDCE-4D7D-8794-DEA77B8A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B45EE3-89AB-4911-B1B5-926A212C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03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Inventory requests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22342-C343-4748-A413-79532FAC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003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Ask the admin to replenish or adjust products.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8DA6F-6E74-4723-B3DC-D514E53B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3A7128-1EAA-45CE-B3B5-251CDF76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Order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A1CAE6-CA0F-484F-A389-7752ED15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3377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Set shipped, out for delivery, delivered, or cancelled.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D559E-820C-4510-87BB-B9F66A77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9906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D2A18B-22F0-4B69-AAF4-9AC310F9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672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Account support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A5216-A7B0-485F-A4DF-77C6CB63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67225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Review tickets and unlock eligible user accounts.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3BDF2A-4572-4BDC-BA3C-20193853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364E8-72F2-4841-936D-9B9DAA31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9737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9384DD-2F91-405E-AFA2-4246A492E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CEC47-1E33-4475-B442-64EBB6CB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Proposed Application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01F62-081D-4F60-A6BB-5E42D94E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7C41A8-AF86-43F4-852F-148ECAA5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75260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B2F3E-4D50-4D9F-B667-DD49A8BE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9621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Web frontend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7808C-019A-4C71-8ACB-E659FFBA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62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Role-based single-page portal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4053F-8FE9-402D-B5C5-EA980370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670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C4DE5-9118-4C80-9DD3-8FE937DA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101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347A7B-CC40-4DF3-A672-A3B36137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3850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 API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05372-EAE6-49B4-8D8A-25512887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385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10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Authentication, catalog, cart, order, ticket, and reporting services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021BB-439A-4655-B39B-AAD8A319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433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8BCA8-2A92-489D-8A6F-33448C50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05300"/>
            <a:ext cx="752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20281-5D48-40F9-9090-FC2CCC8D3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14850"/>
            <a:ext cx="2000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D8023-66CE-4E83-B1D8-FFCF7154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Users, employees, products, orders, funds, and requests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EB9E6-1C4E-4CC5-8038-3C765ADC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5265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7778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Design principle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DD9A7-BC0E-4905-82FE-0551C4C9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495550"/>
            <a:ext cx="171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Separate role portals share the same service and data foundation.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C702A-57A9-4B38-B016-A85AB570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76E5B-41DA-47AD-BBE6-2AD9CB18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498123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9AB3E2-D0E5-42A4-9997-C7EDA77B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E4690-974C-489C-8CA1-AD4AB509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Business Rules and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22690D-7E13-4E21-86B8-6CF9356D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1AAA3-FA89-4FD3-A36F-D206DCC6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FB574-8E4E-4258-BEA2-316CECAC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383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Validate credentials and show clear error messages.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1C01E-AF94-4DE4-AB66-B447D761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95D27-5D6C-4CEA-BEBE-FBE502A7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Account protection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70D82-9ED3-4622-A1DF-651E0984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241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Lock user access after three failed sign-in attempts.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A55EF-F2A6-4AB7-AA86-F896C389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2636C7-BAAB-40D3-877D-93A1B149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Checkout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B1681D-F2CD-4B1C-B01B-ABDEE9EF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099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Place an order only when available funds cover the cart total.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3734FC-D9DA-4E1F-B08B-5A2CA611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FF0D6A-DC41-452F-968D-E0C0AC4B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Cancellation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08F270-41FE-4F31-80E0-83858A6D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957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Refund funds and show the reason when an employee cancels an order.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5BF635-2BE3-460F-A728-A464E3AC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CE4DF2-0597-41AF-9405-7D76FB19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Data quality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702D0-B0CE-411B-9894-A473D473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752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Generate primary keys and validate required form inputs.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FBEB48-09CC-4A5B-9DE4-8E90BFFE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9886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FC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A418D-52D7-42CB-8181-5D096DC5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AC68FC-215E-458D-84EE-44C4FFB51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62152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8BE5BE-7C8C-4F81-9B79-740D44B4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ONLINE GROCERS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64C8D-D413-44FC-8C55-8FD954FB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Delivery Focus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205777-3183-4ABA-B618-8F59178F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529226-13E3-4F8C-AE9B-9A0B496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The first release should cover every required use case before optional enhancements.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2D805-4121-400F-BA0C-FDD9122C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66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97DB81-B879-4D2F-A853-FFA397C8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75865-DAF8-40CD-B50A-55D5C3DA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Data model, authentication, and role routing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9A1994-A4BD-42AD-94B9-27AA4063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81250"/>
            <a:ext cx="466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D7AB7-D36E-4311-9F02-7751F190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908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Core commerce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952FA-0263-48B8-9DBF-92303C7F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14650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Products, cart, funds, checkout, and orders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66807-8E6E-4CF6-AA0E-DE3D3D471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66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964A5-F2D5-4654-A181-8DDC8711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C05FD-D72B-4AC2-8861-DED58505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103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Inventory requests, reports, tickets, and user unlocking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ED15A9-6BFC-46F5-8845-BDDAF35E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67150"/>
            <a:ext cx="466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677D2-50C0-4F72-8900-EEF17BD2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767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CBA53-2653-46EA-AC51-05237D08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3952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615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Validation, error messages, and responsive interface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181FD-CF40-4A0B-9211-8BAC89EC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73E917-EB95-4C39-A31A-92764EEE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10747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32A0D-B135-400C-975F-B8080B05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CDB07-9374-4072-91C7-B860CC8F1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Team 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17BFB-7ECF-4CDB-812B-13C632BD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D306A7-9578-4D4D-8D7F-F98FC699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143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2E2B0-1F0B-45CC-9F90-DF098D0B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6C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A0EAD5-238E-42F8-953A-EC12E84D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90775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PHOTO</a:t>
            </a:r>
          </a:p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PLACEHOLDER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3C6DC-F6BB-4306-8CA2-5A54D9EC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52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Akash 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EB6243-1E0C-4A73-9911-5059D1D0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Major contributions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FAB8F7-05C7-4DA3-B2D6-864BF311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479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FF5777-CED2-41B0-B2EF-40729E75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337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Partial contributions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964867-BCD1-4B29-94DD-065095CA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10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71815-3911-43F5-B3C8-3D462135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143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F812BB-BC08-4888-BEBE-FED3303A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6215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6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34CB3B-51C9-4039-930C-8373CD9C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90775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PHOTO</a:t>
            </a:r>
          </a:p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PLACEHOLDER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3FB0BA-71C7-4E1D-AF95-5BE2B599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Arjun P Chandra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C05E4-E87C-4F73-8120-A56246DB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Major contributions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6AD2E0-4F20-4D81-A60A-25399A45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479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4853C7-DF24-49A3-9C6F-A27F757A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337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Partial contributions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460AD8-AEBC-4614-ABBB-58A5EE9B3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0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5972A5-13BC-4A06-991A-757FB0C0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8CC17D-40AC-4E1A-BE5C-B29DD1BF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426028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763BEE-EBC2-4E08-A8C4-B3C1323C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8A8CB-DC1F-466D-823D-B4BB7D00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Team 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7FE0C-144C-4589-BEB0-15D0AE58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603A5-18AF-4345-88BD-C3F471CA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5143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FEFD0-6ACA-4712-BF39-B5B3A8B5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6C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33C8B-E3B2-4ECE-B414-D0CCEB94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90775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PHOTO</a:t>
            </a:r>
          </a:p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PLACEHOLDER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8E58D-01DE-49AB-8CEC-F23F913C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52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Karugapuram Abhiram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5593F-F921-4C22-AEF8-29C77F19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Major contributions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E70B6-CBE8-4A2D-855B-6E715E43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479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7D4D67-3001-4DD3-BA63-26B957991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337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Partial contributions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258D1-05B8-410A-8760-22624239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10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B2616-5FA5-4B21-A090-DC10E3D3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5143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3E6CF-6481-4486-8812-87E9E446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6215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6C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B511B-B74A-4F41-90EB-7A25A9A3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90775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PHOTO</a:t>
            </a:r>
          </a:p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PLACEHOLDER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27861C-75B6-439D-BDAB-874DB239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9526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Pragathi Sanjeev Acharya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2399F-4B39-47B7-8F1C-1076D399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717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Major contributions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0F548-5C22-45FB-BC40-2635B3DA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479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B1DDEC-917E-4C95-A137-9B27A1A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33775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Partial contributions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49AEE-BC2E-4071-A08A-F378FF577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0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D303A-468C-4F48-A1CB-B8C0354D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9307F8-151A-464E-A9B0-21AA4491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7062887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FDA44-079D-4290-8A9F-F2648D06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23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D70A0-DF54-4164-ABE6-9B55C034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Team 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C29A1-A387-4C0B-8FEF-BB45CC13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7E8C8-07CD-4348-8557-6C0421D4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62100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1E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A39E7-AB88-4EC6-8333-D37F776D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62150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6C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6488C-B8CB-49A4-ADDC-461837BC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90775"/>
            <a:ext cx="1085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PHOTO</a:t>
            </a:r>
          </a:p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PLACEHOLDER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3FC2E1-2DC5-453F-A26E-46BBAD48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716"/>
                </a:solidFill>
                <a:latin typeface="Arial"/>
                <a:ea typeface="Arial"/>
                <a:cs typeface="Arial"/>
              </a:rPr>
              <a:t>Pranav Patil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79F91-BD10-46AE-8C35-74D0896D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Major contributions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CA96E-68EA-4F3B-B750-C2F7E1A3D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479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A5BFE-C6CD-42C2-B380-6588B98D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337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905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Partial contributions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D6D4FD-FD25-451B-93A9-600DB957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100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A171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A1716"/>
                </a:solidFill>
                <a:latin typeface="Arial"/>
                <a:ea typeface="Arial"/>
                <a:cs typeface="Arial"/>
              </a:rPr>
              <a:t>[To be confirmed]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4B52F-86CF-4259-A319-224E129A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3810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D5854"/>
                </a:solidFill>
                <a:latin typeface="Arial"/>
                <a:ea typeface="Arial"/>
                <a:cs typeface="Arial"/>
              </a:rPr>
              <a:t>Grocers Project  |  Team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7238C8-98E3-4898-AD3C-F2DABB79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3333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5D58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D585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220593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2026-09-23T13:34:29.3890000Z</dcterms:created>
  <dcterms:modified xsi:type="dcterms:W3CDTF">2026-09-23T13:34:29.3890000Z</dcterms:modified>
</coreProperties>
</file>